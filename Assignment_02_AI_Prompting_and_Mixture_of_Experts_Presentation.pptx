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50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78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450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86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811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781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767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934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145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774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938830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509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31378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6449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9179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344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504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Prompting &amp; Mixture-of-Experts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t>Fundamentals, Strategies, and Innovations</a:t>
            </a:r>
          </a:p>
          <a:p>
            <a:endParaRPr/>
          </a:p>
          <a:p>
            <a:r>
              <a:t>Presented by: Muhammad Tajuddin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Prompt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Prompting is the art of communicating with AI models.</a:t>
            </a:r>
          </a:p>
          <a:p>
            <a:pPr>
              <a:defRPr sz="1800"/>
            </a:pPr>
            <a:r>
              <a:t>• It helps extract accurate, creative, and structured responses.</a:t>
            </a:r>
          </a:p>
          <a:p>
            <a:pPr>
              <a:defRPr sz="1800"/>
            </a:pPr>
            <a:r>
              <a:t>• Effective prompting improves AI understanding and output quality.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Fundamental Prompting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• Role Prompting – assign a role (e.g., 'You are a teacher').</a:t>
            </a:r>
          </a:p>
          <a:p>
            <a:pPr>
              <a:defRPr sz="1800"/>
            </a:pPr>
            <a:r>
              <a:rPr dirty="0"/>
              <a:t>• Instruction Prompting – give clear step-by-step directions.</a:t>
            </a:r>
          </a:p>
          <a:p>
            <a:pPr>
              <a:defRPr sz="1800"/>
            </a:pPr>
            <a:r>
              <a:rPr dirty="0"/>
              <a:t>• Example Prompting – show examples to guide response.</a:t>
            </a:r>
          </a:p>
          <a:p>
            <a:pPr>
              <a:defRPr sz="1800"/>
            </a:pPr>
            <a:r>
              <a:rPr dirty="0"/>
              <a:t>• Zero-shot </a:t>
            </a:r>
            <a:r>
              <a:rPr dirty="0" err="1"/>
              <a:t>vs</a:t>
            </a:r>
            <a:r>
              <a:rPr dirty="0"/>
              <a:t> Few-shot – without or with examples.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of Fundamental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Example 1: 'You are a career counselor. Suggest jobs for a marketing graduate.'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Example 2: 'Explain photosynthesis in 3 bullet points.'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Example 3: 'Translate: I love AI → Spanish.'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Basic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May produce vague or inconsistent results.</a:t>
            </a:r>
          </a:p>
          <a:p>
            <a:pPr>
              <a:defRPr sz="1800"/>
            </a:pPr>
            <a:r>
              <a:t>• Struggles with multi-step reasoning.</a:t>
            </a:r>
          </a:p>
          <a:p>
            <a:pPr>
              <a:defRPr sz="1800"/>
            </a:pPr>
            <a:r>
              <a:t>• Context loss in long conversations.</a:t>
            </a:r>
          </a:p>
          <a:p>
            <a:pPr>
              <a:defRPr sz="1800"/>
            </a:pPr>
            <a:r>
              <a:t>• Requires human refinement.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Prompting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Chain-of-Thought – model explains its reasoning.</a:t>
            </a:r>
          </a:p>
          <a:p>
            <a:pPr>
              <a:defRPr sz="1800"/>
            </a:pPr>
            <a:r>
              <a:t>• Tree-of-Thought – explores multiple reasoning paths.</a:t>
            </a:r>
          </a:p>
          <a:p>
            <a:pPr>
              <a:defRPr sz="1800"/>
            </a:pPr>
            <a:r>
              <a:t>• Self-Consistency – compares multiple responses.</a:t>
            </a:r>
          </a:p>
          <a:p>
            <a:pPr>
              <a:defRPr sz="1800"/>
            </a:pPr>
            <a:r>
              <a:t>• ReAct – combines reasoning + actions.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of Advanced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Chain-of-Thought Example:</a:t>
            </a:r>
          </a:p>
          <a:p>
            <a:pPr>
              <a:defRPr sz="1800"/>
            </a:pPr>
            <a:r>
              <a:t>‘Let’s reason step by step...’ → leads to logical outputs.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ReAct Example:</a:t>
            </a:r>
          </a:p>
          <a:p>
            <a:pPr>
              <a:defRPr sz="1800"/>
            </a:pPr>
            <a:r>
              <a:t>‘Think about what to do next → search → conclude.’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Mixture-of-Experts (MoE)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MoE uses multiple specialized sub-models (‘experts’).</a:t>
            </a:r>
          </a:p>
          <a:p>
            <a:pPr>
              <a:defRPr sz="1800"/>
            </a:pPr>
            <a:r>
              <a:t>• A router selects which expert to use for each task.</a:t>
            </a:r>
          </a:p>
          <a:p>
            <a:pPr>
              <a:defRPr sz="1800"/>
            </a:pPr>
            <a:r>
              <a:t>• Improves efficiency and scalability.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MoE in Modern AI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Used in GPT, Gemini, and DeepMind’s GLaM.</a:t>
            </a:r>
          </a:p>
          <a:p>
            <a:pPr>
              <a:defRPr sz="1800"/>
            </a:pPr>
            <a:r>
              <a:t>• Enables training larger models with fewer resources.</a:t>
            </a:r>
          </a:p>
          <a:p>
            <a:pPr>
              <a:defRPr sz="1800"/>
            </a:pPr>
            <a:r>
              <a:t>• Only active experts process each input → faster, cheaper.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Prompting = key to unlocking AI’s power.</a:t>
            </a:r>
          </a:p>
          <a:p>
            <a:pPr>
              <a:defRPr sz="1800"/>
            </a:pPr>
            <a:r>
              <a:t>• Advanced strategies enhance reasoning and accuracy.</a:t>
            </a:r>
          </a:p>
          <a:p>
            <a:pPr>
              <a:defRPr sz="1800"/>
            </a:pPr>
            <a:r>
              <a:t>• MoE is the foundation for the next generation of AI.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2</TotalTime>
  <Words>344</Words>
  <Application>Microsoft Office PowerPoint</Application>
  <PresentationFormat>On-screen Show (4:3)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AI Prompting &amp; Mixture-of-Experts</vt:lpstr>
      <vt:lpstr>Introduction to Prompt Engineering</vt:lpstr>
      <vt:lpstr>Fundamental Prompting Techniques</vt:lpstr>
      <vt:lpstr>Examples of Fundamental Prompts</vt:lpstr>
      <vt:lpstr>Limitations of Basic Prompts</vt:lpstr>
      <vt:lpstr>Advanced Prompting Strategies</vt:lpstr>
      <vt:lpstr>Examples of Advanced Strategies</vt:lpstr>
      <vt:lpstr>Introduction to Mixture-of-Experts (MoE)</vt:lpstr>
      <vt:lpstr>MoE in Modern AI Systems</vt:lpstr>
      <vt:lpstr>Conclusion &amp; Takeaways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Prompting &amp; Mixture-of-Experts</dc:title>
  <dc:subject/>
  <dc:creator/>
  <cp:keywords/>
  <dc:description>generated using python-pptx</dc:description>
  <cp:lastModifiedBy>Mohammad Tajuddin (Auditor -II - Audit)</cp:lastModifiedBy>
  <cp:revision>2</cp:revision>
  <dcterms:created xsi:type="dcterms:W3CDTF">2013-01-27T09:14:16Z</dcterms:created>
  <dcterms:modified xsi:type="dcterms:W3CDTF">2025-11-10T05:13:38Z</dcterms:modified>
  <cp:category/>
</cp:coreProperties>
</file>